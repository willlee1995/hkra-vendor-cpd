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HKRA CPD Event Lifecycle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guide for vendors and administrators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vendor-cpd  ·  record-wizard  ·  hkra.org.hk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these systems?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across one CPD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6002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514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CPD requests, upload posters, monitor approval status, upload Zoom attendance after events.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6002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54680" y="2240280"/>
            <a:ext cx="2514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HKRA Admin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requests, publish WordPress events, schedule email campaigns, download attendance, process CPD.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6002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06440" y="2240280"/>
            <a:ext cx="2514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HKRA Member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788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hkra.org.hk via Events Manager bookings after receiving promotional emails.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 CPD Lifecycle Guide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systems, one WordPress 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Supabase databases; shared Events Manager on hkra.org.hk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hkra-vendor-cpd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68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CPD accreditation portal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+ CPD points (0.5–8.0)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draft event on approval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FluentCRM email campaigns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attendance upload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3192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417320"/>
            <a:ext cx="3931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81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hkra-record-wizard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Attendance Processor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cpdprocess.hkra.org.hk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export validation (75% rule)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+ member cross-check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import + certificates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977640"/>
            <a:ext cx="7315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397764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397764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4050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78892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phases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97764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977640"/>
            <a:ext cx="73152" cy="6858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050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7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89204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rule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397764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977640"/>
            <a:ext cx="73152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050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95160" y="4389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lifecycle phases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submission to CPD issuance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 ·  vendor-cpd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" y="189280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7627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130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 admin  ·  vendor-cpd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130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points + automation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" y="2606040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89504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2843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 admin  ·  FluentCRM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2843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scheduled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" y="3319272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60273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5570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+ upload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3557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+ members  ·  WP + vendor-cpd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557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attendance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4088" y="4032504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1596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270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06040" y="4270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 admin  ·  record-wizard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4270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+ certificates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 CPD Lifecycle Guide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a vendor submits a CPD request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904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" y="1691640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CPD request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16352" y="1417320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14904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9504" y="1691640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+ CPD 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9784" y="1417320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14904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02936" y="1691640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draft event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41448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514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2715768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campaign dry run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16352" y="2441448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9504" y="2514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89504" y="2715768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9784" y="2441448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2514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02936" y="2715768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runs (Zoom/ON24)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5576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538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" y="3739896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uploads attendance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16352" y="3465576"/>
            <a:ext cx="20574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3538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89504" y="3739896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record-wizard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9784" y="3465576"/>
            <a:ext cx="205740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2936" y="3538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02936" y="3739896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credits + certificates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370832"/>
            <a:ext cx="8138160" cy="384048"/>
          </a:xfrm>
          <a:prstGeom prst="rect">
            <a:avLst/>
          </a:prstGeom>
          <a:solidFill>
            <a:srgbClr val="FFF4E5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4256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WordPress events are created as drafts — publish manually on hkra.org.hk before registration URLs go live.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points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systems talk to WordPress and each other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vendor-cpd → WP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admin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campaign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vendor-cpd → FluentCRM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record-wizard ← WP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CPD credit import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record-wizard → WP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→ vendor-cpd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Post-event (manual handoff)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bridge for attendance files today.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Vendor Portal — /vendor/login · /vendor/dashboard · /vendor/guide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251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New Request with event name, dates, contact info, and optional Zoom/ON24 details.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posters or agendas with the request form.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status: Pending → Approved or Rejected.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rejected, read the admin reason, edit, and resubmit.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Pending or Rejected, edit details or Withdraw the request.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event ends, upload Zoom attendance (CSV/XLSX) on the approved request page.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417320"/>
            <a:ext cx="3703320" cy="3246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Handled by HKRA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636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point assignment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event creation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email blast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4160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emails at 1 and 3 months if attendance is missing.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guide — Vendor Portal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/admin/dashboard · /admin/request/:id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Pending requests on the Admin Dashboard; open request detail to review.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 Admin Notes + CPD points (0.5–8.0) — triggers WP event + email campaign.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a clear reason visible to the vendor.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Self-raised events: use New Request at /vendor/request/new, select vendor, same approval flow.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WordPress sync (event ID, permalink) or use Create HKRA event / Force duplicate.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draft event on hkra.org.hk before members can register.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vendor attendance files from request detail for record-wizard processing.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campaign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EmailCampaignCard on approved requests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 / generating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Wait; poll job status on request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dry_run_ready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HTML preview; pick FluentCRM lists; Approve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needs_input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missing fields; retry with admin_prompt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to FluentCRM —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error; Retry or Start with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417320"/>
            <a:ext cx="288036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97880" y="192024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orchestrator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cloud agent generates HTML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FluentCRM dry run + schedule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list ID: 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list ID: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schedule: HKT next day 09:00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guide — Record Wizard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cpdprocess.hkra.org.hk · upload, process, save, export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046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Supabase admin credentials.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Zoom attendance CSV/XLSX (name, email, duration).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matching WordPress event — auto-fills title, dates, CPD points.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API registration mode (default) or upload registration file.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radiographer registry + HKRA member data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Process — 75% attendance rule + reg number matching.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results; fix duplicates; save to Supabase.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WordPress (Platform Data tab) to import CPD credits.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email certificates from Certifications tab.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validation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during record-wizard processing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8862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27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 attendance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≥ 75% of total event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8862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27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8562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 approved WP bookings (status = 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38862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41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HKRA membership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match on member DB; name fallback on registry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38862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41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CPD eligible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7706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valid reg number (no Not Found / duplicate)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38862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55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850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+ 75% attendance + HKRA member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8138160" cy="384048"/>
          </a:xfrm>
          <a:prstGeom prst="rect">
            <a:avLst/>
          </a:prstGeom>
          <a:solidFill>
            <a:srgbClr val="FFF4E5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case: WordPress event ID 353 may fail registration API — use manual registration file upload.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reference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requests and email campaign jobs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request status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Edit, Withdraw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CPD assigned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attendance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provided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Edit, resubmit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006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campaign job status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agent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dry_run_ready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must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needs_input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to FluentCRM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handoff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moves between systems by admin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uploads attendance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19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vendor-cpd request detail → storage bucket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38528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945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1214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downloads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request detail in vendor portal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88336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4436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8712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processes in record-wizard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186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WordPress event ID as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438144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94176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6210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CPD issued on WordPress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9684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admin-report import + certificate emails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407408"/>
            <a:ext cx="8138160" cy="347472"/>
          </a:xfrm>
          <a:prstGeom prst="rect">
            <a:avLst/>
          </a:prstGeom>
          <a:solidFill>
            <a:srgbClr val="FDEDEE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database or webhook for attendance files — operational handoff is manual.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hkra-vendor-cpd/docs/CAMPAIGN_ORCHESTRATOR.md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hkra-vendor-cpd/event-api.md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hkra-vendor-cpd/docs/ADMIN_SETUP.md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hkra-record-wizard/spec.md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hkra-record-wizard/DEPLOYMENT.md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guide: hkra-cpd-lifecycle-guide.canvas.tsx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HKRA CPD Event Lifecycle Guide  ·  vendor-cpd + record-wizard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HKRA CPD Event Lifecycle Guide</dc:title>
  <dc:subject>vendor-cpd + record-wizard system guide</dc:subject>
  <dc:creator>HKRA</dc:creator>
  <cp:lastModifiedBy>HKRA</cp:lastModifiedBy>
  <cp:revision>1</cp:revision>
  <dcterms:created xsi:type="dcterms:W3CDTF">2026-05-26T15:49:45Z</dcterms:created>
  <dcterms:modified xsi:type="dcterms:W3CDTF">2026-05-26T15:49:45Z</dcterms:modified>
</cp:coreProperties>
</file>